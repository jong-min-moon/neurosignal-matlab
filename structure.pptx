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8"/>
    <p:restoredTop sz="94663"/>
  </p:normalViewPr>
  <p:slideViewPr>
    <p:cSldViewPr snapToGrid="0" snapToObjects="1">
      <p:cViewPr varScale="1">
        <p:scale>
          <a:sx n="117" d="100"/>
          <a:sy n="117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7D22C7-C0CE-9C44-8B40-DD4BCA707A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3E91A56-F602-2544-A18D-E18F0D0E7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463874-925C-0C49-A8C8-2BEA2F7AD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11629-E2D0-0549-94D1-6A93EED86FA1}" type="datetimeFigureOut">
              <a:rPr kumimoji="1" lang="ko-Kore-KR" altLang="en-US" smtClean="0"/>
              <a:t>2022. 1. 15.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C786C1-DDC9-6744-8DF5-F0BAC8E00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3C0FCF-DE68-A04C-BC0F-018E9A10F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8959-7C4F-D94F-863A-D0CC9886AFF3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99671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405CE7-4579-484A-923A-E0016010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93FA75-BF06-374E-93A8-1E1E9818E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AF16C9-61D6-0C4C-92BE-D1FF0675D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11629-E2D0-0549-94D1-6A93EED86FA1}" type="datetimeFigureOut">
              <a:rPr kumimoji="1" lang="ko-Kore-KR" altLang="en-US" smtClean="0"/>
              <a:t>2022. 1. 15.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222C56-ABC1-6147-8BFF-8609F7785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05E4F4-86DF-D749-ABB5-D5A929214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8959-7C4F-D94F-863A-D0CC9886AFF3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97354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63B8AD-E582-9240-9914-FF8B1D74D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97929D-A60D-824D-AEE6-6377E9372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5720C3-1AB2-FA40-82A8-820DAE21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11629-E2D0-0549-94D1-6A93EED86FA1}" type="datetimeFigureOut">
              <a:rPr kumimoji="1" lang="ko-Kore-KR" altLang="en-US" smtClean="0"/>
              <a:t>2022. 1. 15.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304BF5-467D-F944-9D7B-E7236225F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83C613-2ABE-9341-BE1D-C89785F5B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8959-7C4F-D94F-863A-D0CC9886AFF3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05737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54BFE7-F2BA-1C4D-9C8D-5AEB3270A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6233F1-4161-0E45-9F19-8BFA01B3E5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41BAB8-2523-F64C-B2E9-978F67D2A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4A32F9-78E6-4348-B413-9D9BC0726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11629-E2D0-0549-94D1-6A93EED86FA1}" type="datetimeFigureOut">
              <a:rPr kumimoji="1" lang="ko-Kore-KR" altLang="en-US" smtClean="0"/>
              <a:t>2022. 1. 15.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69DB4F-4AA9-8F4C-A503-65CDD6455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BF54FE-82D4-6D4A-A8E7-6C19627A0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8959-7C4F-D94F-863A-D0CC9886AFF3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42551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46FA1C-FDCC-A346-A27A-F83B8196E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1AF37E-5ED0-AC4B-A030-CCAE55DEB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6774ED-A980-FC44-BF9E-566805DFA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E010CD3-0ED3-1543-AAFC-3BDDFFBF80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288E188-E989-A342-B05C-FC3C19374A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0847E2D-701A-EE45-9822-1C4385828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11629-E2D0-0549-94D1-6A93EED86FA1}" type="datetimeFigureOut">
              <a:rPr kumimoji="1" lang="ko-Kore-KR" altLang="en-US" smtClean="0"/>
              <a:t>2022. 1. 15.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607EC7-F935-0D41-B3DA-054B95274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BB559E2-5F3B-0E4E-8F64-9C6036F80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8959-7C4F-D94F-863A-D0CC9886AFF3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04188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57012B-5158-8F49-B2F4-F68583809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0FCAE86-A6BC-3F45-AF75-A8BA3B23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11629-E2D0-0549-94D1-6A93EED86FA1}" type="datetimeFigureOut">
              <a:rPr kumimoji="1" lang="ko-Kore-KR" altLang="en-US" smtClean="0"/>
              <a:t>2022. 1. 15.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F59F9A-8F6E-D349-A3A8-B64181955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33910A6-B2BD-F54A-A593-E23E944FE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8959-7C4F-D94F-863A-D0CC9886AFF3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92306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3EB239B-8783-FF47-BBE4-18F10D5D6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11629-E2D0-0549-94D1-6A93EED86FA1}" type="datetimeFigureOut">
              <a:rPr kumimoji="1" lang="ko-Kore-KR" altLang="en-US" smtClean="0"/>
              <a:t>2022. 1. 15.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613F7F6-14FD-504C-86B6-9D73C74B1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3F8BC5-69FC-A547-AB9F-9A59C8331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8959-7C4F-D94F-863A-D0CC9886AFF3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90523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785AC7-641F-FA41-B70C-9326C231A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0CA081-8BB6-D34A-AC66-DC7B4B2B3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77B9C8-A625-B345-B47A-CC165B5EB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60BB1D-0E0D-2243-AF03-56A293ADA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11629-E2D0-0549-94D1-6A93EED86FA1}" type="datetimeFigureOut">
              <a:rPr kumimoji="1" lang="ko-Kore-KR" altLang="en-US" smtClean="0"/>
              <a:t>2022. 1. 15.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984809-370B-234B-BC33-C07F6E43C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41B0D9-7F01-E447-885D-C4E638F6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8959-7C4F-D94F-863A-D0CC9886AFF3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72311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EC7F32-A1E1-B04E-B74C-AC64A2398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EC15BC1-3FED-5F4D-9568-69EEAA42FA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2CC033-7585-574D-AA11-B897CAE5C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683BC2-FB7C-DB44-9C9F-A79186FBC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11629-E2D0-0549-94D1-6A93EED86FA1}" type="datetimeFigureOut">
              <a:rPr kumimoji="1" lang="ko-Kore-KR" altLang="en-US" smtClean="0"/>
              <a:t>2022. 1. 15.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013225-F986-CA4A-8854-C91701399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313093-4840-EA41-9DE3-6E514625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8959-7C4F-D94F-863A-D0CC9886AFF3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4629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73BE6-B762-184E-889C-451BB557F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3BF31F-153C-A741-9542-FF62DCD8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2D0ADE-BECA-6246-8A86-56DBDA261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11629-E2D0-0549-94D1-6A93EED86FA1}" type="datetimeFigureOut">
              <a:rPr kumimoji="1" lang="ko-Kore-KR" altLang="en-US" smtClean="0"/>
              <a:t>2022. 1. 15.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539450-5939-2141-AA6B-152DBD166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51B814-0B0D-A845-9C90-37559A2C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8959-7C4F-D94F-863A-D0CC9886AFF3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36452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9EC779-8144-CC45-B885-23C297A2BA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09180E-2045-7D4C-A6B3-6CD7A7C2B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7BB424-EB86-1F43-86A3-06A4BC8CB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11629-E2D0-0549-94D1-6A93EED86FA1}" type="datetimeFigureOut">
              <a:rPr kumimoji="1" lang="ko-Kore-KR" altLang="en-US" smtClean="0"/>
              <a:t>2022. 1. 15.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B2E5C4-B075-434D-ABDA-A3C99D7DA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CFE613-36D5-2245-AA5B-B94D41E53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8959-7C4F-D94F-863A-D0CC9886AFF3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44639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9723E89-9684-2543-A4C6-71AAE83D9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B74C8C-DDC5-2545-A34C-40014B6AA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D0E612-52C7-9D4F-93F0-3A8B555DD8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11629-E2D0-0549-94D1-6A93EED86FA1}" type="datetimeFigureOut">
              <a:rPr kumimoji="1" lang="ko-Kore-KR" altLang="en-US" smtClean="0"/>
              <a:t>2022. 1. 15.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15FB55-4545-9A45-AE2E-B5F43B7BFE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7830AF-D80B-C741-AFF7-E685E945C4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638959-7C4F-D94F-863A-D0CC9886AFF3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59449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4812014-9449-4A4A-AA39-51007D6B064B}"/>
              </a:ext>
            </a:extLst>
          </p:cNvPr>
          <p:cNvSpPr/>
          <p:nvPr/>
        </p:nvSpPr>
        <p:spPr>
          <a:xfrm>
            <a:off x="3974690" y="880689"/>
            <a:ext cx="2371682" cy="6106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 err="1">
                <a:solidFill>
                  <a:schemeClr val="tx1"/>
                </a:solidFill>
              </a:rPr>
              <a:t>timeVaryingHeatmap</a:t>
            </a:r>
            <a:endParaRPr kumimoji="1" lang="ko-Kore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B77D2A08-A2F2-1E45-BA95-46448D0A5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156212"/>
              </p:ext>
            </p:extLst>
          </p:nvPr>
        </p:nvGraphicFramePr>
        <p:xfrm>
          <a:off x="2246788" y="2198915"/>
          <a:ext cx="4575933" cy="11079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5311">
                  <a:extLst>
                    <a:ext uri="{9D8B030D-6E8A-4147-A177-3AD203B41FA5}">
                      <a16:colId xmlns:a16="http://schemas.microsoft.com/office/drawing/2014/main" val="865876518"/>
                    </a:ext>
                  </a:extLst>
                </a:gridCol>
                <a:gridCol w="1525311">
                  <a:extLst>
                    <a:ext uri="{9D8B030D-6E8A-4147-A177-3AD203B41FA5}">
                      <a16:colId xmlns:a16="http://schemas.microsoft.com/office/drawing/2014/main" val="3096028600"/>
                    </a:ext>
                  </a:extLst>
                </a:gridCol>
                <a:gridCol w="1525311">
                  <a:extLst>
                    <a:ext uri="{9D8B030D-6E8A-4147-A177-3AD203B41FA5}">
                      <a16:colId xmlns:a16="http://schemas.microsoft.com/office/drawing/2014/main" val="2342493527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r>
                        <a:rPr lang="en-US" altLang="ko-Kore-KR" dirty="0" err="1"/>
                        <a:t>fireRateMaker</a:t>
                      </a:r>
                      <a:endParaRPr lang="ko-Kore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dirty="0" err="1"/>
                        <a:t>fireRateMaker</a:t>
                      </a:r>
                      <a:endParaRPr lang="ko-Kore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…</a:t>
                      </a:r>
                      <a:endParaRPr lang="ko-Kore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963156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r>
                        <a:rPr lang="en-US" altLang="ko-Kore-KR" dirty="0" err="1"/>
                        <a:t>fireRateMaker</a:t>
                      </a:r>
                      <a:endParaRPr lang="ko-Kore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dirty="0" err="1"/>
                        <a:t>fireRateMaker</a:t>
                      </a:r>
                      <a:endParaRPr lang="ko-Kore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ore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4357938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…</a:t>
                      </a:r>
                      <a:endParaRPr lang="ko-Kore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dirty="0"/>
                        <a:t>…</a:t>
                      </a:r>
                      <a:endParaRPr lang="ko-Kore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…</a:t>
                      </a:r>
                      <a:endParaRPr lang="ko-Kore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57924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6488B6A-12A4-CD40-B731-943E9E8E2C15}"/>
              </a:ext>
            </a:extLst>
          </p:cNvPr>
          <p:cNvSpPr txBox="1"/>
          <p:nvPr/>
        </p:nvSpPr>
        <p:spPr>
          <a:xfrm>
            <a:off x="882858" y="1738694"/>
            <a:ext cx="2820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 err="1">
                <a:solidFill>
                  <a:schemeClr val="tx1"/>
                </a:solidFill>
              </a:rPr>
              <a:t>timeVaryingHeatmap.</a:t>
            </a:r>
            <a:r>
              <a:rPr kumimoji="1" lang="en-US" altLang="ko-Kore-KR" dirty="0" err="1"/>
              <a:t>pixels</a:t>
            </a:r>
            <a:endParaRPr kumimoji="1" lang="ko-Kore-KR" altLang="en-US" dirty="0"/>
          </a:p>
        </p:txBody>
      </p:sp>
      <p:graphicFrame>
        <p:nvGraphicFramePr>
          <p:cNvPr id="12" name="표 7">
            <a:extLst>
              <a:ext uri="{FF2B5EF4-FFF2-40B4-BE49-F238E27FC236}">
                <a16:creationId xmlns:a16="http://schemas.microsoft.com/office/drawing/2014/main" id="{454ED0EA-7AD8-064D-969B-034A45010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184677"/>
              </p:ext>
            </p:extLst>
          </p:nvPr>
        </p:nvGraphicFramePr>
        <p:xfrm>
          <a:off x="721476" y="3779474"/>
          <a:ext cx="7626555" cy="3693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5311">
                  <a:extLst>
                    <a:ext uri="{9D8B030D-6E8A-4147-A177-3AD203B41FA5}">
                      <a16:colId xmlns:a16="http://schemas.microsoft.com/office/drawing/2014/main" val="865876518"/>
                    </a:ext>
                  </a:extLst>
                </a:gridCol>
                <a:gridCol w="1525311">
                  <a:extLst>
                    <a:ext uri="{9D8B030D-6E8A-4147-A177-3AD203B41FA5}">
                      <a16:colId xmlns:a16="http://schemas.microsoft.com/office/drawing/2014/main" val="3096028600"/>
                    </a:ext>
                  </a:extLst>
                </a:gridCol>
                <a:gridCol w="1525311">
                  <a:extLst>
                    <a:ext uri="{9D8B030D-6E8A-4147-A177-3AD203B41FA5}">
                      <a16:colId xmlns:a16="http://schemas.microsoft.com/office/drawing/2014/main" val="2342493527"/>
                    </a:ext>
                  </a:extLst>
                </a:gridCol>
                <a:gridCol w="1525311">
                  <a:extLst>
                    <a:ext uri="{9D8B030D-6E8A-4147-A177-3AD203B41FA5}">
                      <a16:colId xmlns:a16="http://schemas.microsoft.com/office/drawing/2014/main" val="3038052642"/>
                    </a:ext>
                  </a:extLst>
                </a:gridCol>
                <a:gridCol w="1525311">
                  <a:extLst>
                    <a:ext uri="{9D8B030D-6E8A-4147-A177-3AD203B41FA5}">
                      <a16:colId xmlns:a16="http://schemas.microsoft.com/office/drawing/2014/main" val="206071866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channel</a:t>
                      </a:r>
                      <a:endParaRPr lang="ko-Kore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dirty="0"/>
                        <a:t>channel</a:t>
                      </a:r>
                      <a:endParaRPr lang="ko-Kore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…</a:t>
                      </a:r>
                      <a:endParaRPr lang="ko-Kore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ore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ore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963156"/>
                  </a:ext>
                </a:extLst>
              </a:tr>
            </a:tbl>
          </a:graphicData>
        </a:graphic>
      </p:graphicFrame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82E8E52D-EDE8-CD4A-A192-7DB1A4B9BCF1}"/>
              </a:ext>
            </a:extLst>
          </p:cNvPr>
          <p:cNvCxnSpPr>
            <a:cxnSpLocks/>
          </p:cNvCxnSpPr>
          <p:nvPr/>
        </p:nvCxnSpPr>
        <p:spPr>
          <a:xfrm>
            <a:off x="5160531" y="1491343"/>
            <a:ext cx="0" cy="70757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호 13">
            <a:extLst>
              <a:ext uri="{FF2B5EF4-FFF2-40B4-BE49-F238E27FC236}">
                <a16:creationId xmlns:a16="http://schemas.microsoft.com/office/drawing/2014/main" id="{0F4FA00B-CD88-A441-85F3-90EA128D53C1}"/>
              </a:ext>
            </a:extLst>
          </p:cNvPr>
          <p:cNvSpPr/>
          <p:nvPr/>
        </p:nvSpPr>
        <p:spPr>
          <a:xfrm rot="16200000">
            <a:off x="916174" y="2962689"/>
            <a:ext cx="2743200" cy="1651080"/>
          </a:xfrm>
          <a:prstGeom prst="arc">
            <a:avLst>
              <a:gd name="adj1" fmla="val 16200000"/>
              <a:gd name="adj2" fmla="val 21461615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89472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15</Words>
  <Application>Microsoft Macintosh PowerPoint</Application>
  <PresentationFormat>와이드스크린</PresentationFormat>
  <Paragraphs>13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문종민</dc:creator>
  <cp:lastModifiedBy>문종민</cp:lastModifiedBy>
  <cp:revision>1</cp:revision>
  <dcterms:created xsi:type="dcterms:W3CDTF">2022-01-15T14:10:01Z</dcterms:created>
  <dcterms:modified xsi:type="dcterms:W3CDTF">2022-01-15T17:42:54Z</dcterms:modified>
</cp:coreProperties>
</file>